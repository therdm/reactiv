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3"/>
  </p:normalViewPr>
  <p:slideViewPr>
    <p:cSldViewPr snapToGrid="0">
      <p:cViewPr>
        <p:scale>
          <a:sx n="97" d="100"/>
          <a:sy n="97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6A8C-DFA7-56C1-F2D2-2C4D3CA47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09A7F-9F06-F501-5F63-162273ADC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0D85-F2B3-830E-1E0F-9D6A53A1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2EE6D-11D4-5FBE-6AF4-01A44B90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4973C-7B34-CF49-A45B-74B4AF4F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CC5A-07C5-8249-5F65-F295D1A2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A007-38FA-0BAE-3AF7-CE0809F7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4BF7E-2330-3B19-0949-EF5C16FD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311F3-B554-09D8-9D6E-9CCB4805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4D601-A50D-2A38-7D77-F65CAF94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6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6B99-0E54-9F4C-292D-656A1FE5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886D7-3386-5E4E-4764-3ABDA09E2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7D42-877F-13B6-B305-3795BEFB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AC81F-64BC-B91A-A570-D38C3373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869C1-DC5E-F104-3745-219905EF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0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0495-E76C-DB5B-9E33-68EEA410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5C35E-CC41-068E-20D0-A3511FDF6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C8DB4-221C-23D3-0296-786450FF4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6DE82-99A2-2A63-C610-DFF5B888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C139F-C7EF-5CDF-107E-1FC7F098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34500-1E4D-B1C7-023D-F3AA1345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7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82E2-83F8-E482-41BA-958C5F60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74F48-E9BB-B430-DE9F-FFF3A7C19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BA2A5-5ED4-1F52-25C3-62334C0F0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4DFB4-7E66-F753-A012-049235738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436C7-96C8-6F9A-4BAF-971E55A96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1864E-A39A-FA3E-9C82-1C3BA930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C1FA2-9B68-3B52-B5EB-1A7A74C3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AACB64-926C-22D3-5D4A-65134C0A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14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88F0-6B6F-E11C-0707-1D37959A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65E0C-8C7C-4343-CDA5-B2DED125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F9DBA-3563-A7C4-C1A0-C22A8AC7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D16E2-BDD0-D4F8-5DB8-86671029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5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378CB-9D7A-E5A7-9FC1-77D072D4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DAF38-5753-EEDA-26D7-1A481609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D65D4-AF42-F617-161D-29663598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6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E83E-607B-2696-7997-169F04EE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1AE28-737A-1170-4752-D3BF8A050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3DEE8-A118-DB1B-5F9B-069495371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054D5-A3D6-C834-DA85-DDBC331F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69BBE-6BCC-5BCB-845E-C662560D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EEE7-E7FC-60E0-7984-4C7457EE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4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A717-CC9A-A79B-D455-5FAC677F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DE6B3-16E2-8859-558B-9115CC21E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B7BCB-2D3A-2E93-CBF0-0027F6B0F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75C95-BAF4-35B1-589F-1741D8C3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66E1F-663E-EC25-FFE8-3A11BA63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C85B9-D289-6573-4ABA-F2F7AEC3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6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4C7E-1D7E-5260-1ECF-9684B7B2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7C18D-08D5-B98D-4B7B-9696E7019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25E6F-94A9-41FF-992F-1EFEB0FB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8D596-56EF-DD24-F8E1-4C8771E2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B13C1-0568-BB6B-7D10-E50C4479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08394-7181-F507-57BC-6BD7A5D7C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C8D8D-1C5C-2EF7-935A-FE1B58053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DC351-D49C-5043-4C76-2381C051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D82F-2809-4842-947F-AE2DFADC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EF2CB-B4A0-4B49-7913-452F2CFA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5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2DE61-10B7-EFAE-C185-9D225D56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713C4-3ABE-DB52-9C72-87F44461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F2B21-EBA1-CBCE-4937-EE7EB1038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1B389-F456-DA4B-AF02-501F58956AF8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0F87E-5A8A-6A4B-8A64-7202E6DE6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17164-5A31-BAF9-8FB3-166DB6716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D0654-04D0-BA41-89CE-F95ABF538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4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880CB673-C823-975F-D5C8-2D0DE49D2212}"/>
              </a:ext>
            </a:extLst>
          </p:cNvPr>
          <p:cNvGrpSpPr/>
          <p:nvPr/>
        </p:nvGrpSpPr>
        <p:grpSpPr>
          <a:xfrm>
            <a:off x="702364" y="437322"/>
            <a:ext cx="10204175" cy="5618921"/>
            <a:chOff x="702364" y="437322"/>
            <a:chExt cx="10204175" cy="56189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A50567-FDDF-32E2-D392-6F8DC4F5AF6A}"/>
                </a:ext>
              </a:extLst>
            </p:cNvPr>
            <p:cNvSpPr txBox="1"/>
            <p:nvPr/>
          </p:nvSpPr>
          <p:spPr>
            <a:xfrm>
              <a:off x="702364" y="901148"/>
              <a:ext cx="10204175" cy="5155095"/>
            </a:xfrm>
            <a:prstGeom prst="rect">
              <a:avLst/>
            </a:prstGeom>
            <a:gradFill>
              <a:gsLst>
                <a:gs pos="47875">
                  <a:srgbClr val="002A6C"/>
                </a:gs>
                <a:gs pos="47750">
                  <a:srgbClr val="003478"/>
                </a:gs>
                <a:gs pos="47500">
                  <a:srgbClr val="004890"/>
                </a:gs>
                <a:gs pos="47000">
                  <a:srgbClr val="0070C0"/>
                </a:gs>
              </a:gsLst>
              <a:lin ang="78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endParaRPr lang="en-US" sz="6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Monaco" pitchFamily="2" charset="77"/>
                <a:cs typeface="Courier New" panose="020703090202050204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F9C6B-686E-2127-C8EC-A4AC472A5EE8}"/>
                </a:ext>
              </a:extLst>
            </p:cNvPr>
            <p:cNvSpPr txBox="1"/>
            <p:nvPr/>
          </p:nvSpPr>
          <p:spPr>
            <a:xfrm>
              <a:off x="939290" y="1743934"/>
              <a:ext cx="264687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aco" pitchFamily="2" charset="77"/>
                  <a:cs typeface="Courier New" panose="02070309020205020404" pitchFamily="49" charset="0"/>
                </a:rPr>
                <a:t>Observer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EB3834-CB70-16F3-CA3C-C84FA2F913DA}"/>
                </a:ext>
              </a:extLst>
            </p:cNvPr>
            <p:cNvSpPr txBox="1"/>
            <p:nvPr/>
          </p:nvSpPr>
          <p:spPr>
            <a:xfrm>
              <a:off x="3833182" y="4962586"/>
              <a:ext cx="357020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aco" pitchFamily="2" charset="77"/>
                  <a:cs typeface="Courier New" panose="02070309020205020404" pitchFamily="49" charset="0"/>
                </a:rPr>
                <a:t>Reactive&lt;T&gt;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9C71F2-76FA-8810-CF49-D5C0878693A0}"/>
                </a:ext>
              </a:extLst>
            </p:cNvPr>
            <p:cNvSpPr txBox="1"/>
            <p:nvPr/>
          </p:nvSpPr>
          <p:spPr>
            <a:xfrm rot="2222260">
              <a:off x="4170354" y="3830079"/>
              <a:ext cx="14830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Monaco" pitchFamily="2" charset="77"/>
                  <a:cs typeface="Courier New" panose="02070309020205020404" pitchFamily="49" charset="0"/>
                </a:rPr>
                <a:t>listen</a:t>
              </a:r>
              <a:endParaRPr lang="en-US" sz="4000" b="1" dirty="0">
                <a:solidFill>
                  <a:schemeClr val="bg1"/>
                </a:solidFill>
                <a:latin typeface="Monaco" pitchFamily="2" charset="77"/>
                <a:cs typeface="Courier New" panose="020703090202050204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5E09D3-64D4-2525-85EC-D858D005F71E}"/>
                </a:ext>
              </a:extLst>
            </p:cNvPr>
            <p:cNvSpPr txBox="1"/>
            <p:nvPr/>
          </p:nvSpPr>
          <p:spPr>
            <a:xfrm>
              <a:off x="8348516" y="1743934"/>
              <a:ext cx="16658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Monaco" pitchFamily="2" charset="77"/>
                  <a:cs typeface="Courier New" panose="02070309020205020404" pitchFamily="49" charset="0"/>
                </a:rPr>
                <a:t>update</a:t>
              </a:r>
              <a:endParaRPr lang="en-US" sz="7200" b="1" dirty="0">
                <a:solidFill>
                  <a:schemeClr val="bg1"/>
                </a:solidFill>
                <a:latin typeface="Monaco" pitchFamily="2" charset="77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1891AA6-C3E6-FE1D-FA77-8C5A0CA04286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2262729" y="2451820"/>
              <a:ext cx="3355557" cy="251076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6F0E317-8567-E397-7D2E-DD81A0F9E942}"/>
                </a:ext>
              </a:extLst>
            </p:cNvPr>
            <p:cNvCxnSpPr>
              <a:cxnSpLocks/>
              <a:stCxn id="7" idx="0"/>
              <a:endCxn id="9" idx="2"/>
            </p:cNvCxnSpPr>
            <p:nvPr/>
          </p:nvCxnSpPr>
          <p:spPr>
            <a:xfrm flipV="1">
              <a:off x="5618286" y="2328709"/>
              <a:ext cx="3563151" cy="263387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D95DA4-44B6-CABA-FCF6-7E505D3DC328}"/>
                </a:ext>
              </a:extLst>
            </p:cNvPr>
            <p:cNvSpPr txBox="1"/>
            <p:nvPr/>
          </p:nvSpPr>
          <p:spPr>
            <a:xfrm rot="19414249">
              <a:off x="5771093" y="3548070"/>
              <a:ext cx="36407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aco" pitchFamily="2" charset="77"/>
                  <a:cs typeface="Courier New" panose="02070309020205020404" pitchFamily="49" charset="0"/>
                </a:rPr>
                <a:t>On any change in Reactive&lt;T&gt;</a:t>
              </a:r>
            </a:p>
          </p:txBody>
        </p:sp>
        <p:pic>
          <p:nvPicPr>
            <p:cNvPr id="28" name="Graphic 27" descr="Stars with solid fill">
              <a:extLst>
                <a:ext uri="{FF2B5EF4-FFF2-40B4-BE49-F238E27FC236}">
                  <a16:creationId xmlns:a16="http://schemas.microsoft.com/office/drawing/2014/main" id="{83E037EB-9CFB-64C3-D19B-F59411C8D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80297" y="1286734"/>
              <a:ext cx="914400" cy="9144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67690C-83E7-7FF0-3E57-4013C1611097}"/>
                </a:ext>
              </a:extLst>
            </p:cNvPr>
            <p:cNvSpPr txBox="1"/>
            <p:nvPr/>
          </p:nvSpPr>
          <p:spPr>
            <a:xfrm>
              <a:off x="1166191" y="43732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CFE21D-935E-884B-9C0F-E177F69A1EC5}"/>
                </a:ext>
              </a:extLst>
            </p:cNvPr>
            <p:cNvSpPr txBox="1"/>
            <p:nvPr/>
          </p:nvSpPr>
          <p:spPr>
            <a:xfrm>
              <a:off x="939290" y="544770"/>
              <a:ext cx="2339102" cy="7078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aco" pitchFamily="2" charset="77"/>
                  <a:cs typeface="Courier New" panose="02070309020205020404" pitchFamily="49" charset="0"/>
                </a:rPr>
                <a:t>reactiv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755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bX Triad">
            <a:extLst>
              <a:ext uri="{FF2B5EF4-FFF2-40B4-BE49-F238E27FC236}">
                <a16:creationId xmlns:a16="http://schemas.microsoft.com/office/drawing/2014/main" id="{CE7EEF15-B8A6-53EB-6A5B-5917F53F6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666750"/>
            <a:ext cx="108966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000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Monaco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QM20082</dc:creator>
  <cp:lastModifiedBy>QM20082</cp:lastModifiedBy>
  <cp:revision>1</cp:revision>
  <dcterms:created xsi:type="dcterms:W3CDTF">2023-05-30T15:18:45Z</dcterms:created>
  <dcterms:modified xsi:type="dcterms:W3CDTF">2023-05-30T16:10:31Z</dcterms:modified>
</cp:coreProperties>
</file>